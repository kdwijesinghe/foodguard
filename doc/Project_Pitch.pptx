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Poppins" charset="1" panose="00000500000000000000"/>
      <p:regular r:id="rId7"/>
    </p:embeddedFont>
    <p:embeddedFont>
      <p:font typeface="Poppins Bold" charset="1" panose="00000800000000000000"/>
      <p:regular r:id="rId8"/>
    </p:embeddedFont>
    <p:embeddedFont>
      <p:font typeface="Canva Sans Italics" charset="1" panose="020B0503030501040103"/>
      <p:regular r:id="rId9"/>
    </p:embeddedFont>
    <p:embeddedFont>
      <p:font typeface="Anton" charset="1" panose="000005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mailto:hypertronics619@gmail.com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22834" y="-907039"/>
            <a:ext cx="6042331" cy="6042331"/>
            <a:chOff x="0" y="0"/>
            <a:chExt cx="1371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>
                <a:alphaModFix amt="29000"/>
              </a:blip>
              <a:stretch>
                <a:fillRect l="0" t="-1502" r="0" b="-150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71093" y="475561"/>
            <a:ext cx="5729370" cy="8970021"/>
            <a:chOff x="0" y="0"/>
            <a:chExt cx="1446811" cy="22651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6813" cy="2265171"/>
            </a:xfrm>
            <a:custGeom>
              <a:avLst/>
              <a:gdLst/>
              <a:ahLst/>
              <a:cxnLst/>
              <a:rect r="r" b="b" t="t" l="l"/>
              <a:pathLst>
                <a:path h="2265171" w="1446813">
                  <a:moveTo>
                    <a:pt x="95937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087498"/>
                  </a:lnTo>
                  <a:cubicBezTo>
                    <a:pt x="0" y="2185624"/>
                    <a:pt x="79547" y="2265171"/>
                    <a:pt x="177673" y="2265171"/>
                  </a:cubicBezTo>
                  <a:lnTo>
                    <a:pt x="1269140" y="2265171"/>
                  </a:lnTo>
                  <a:cubicBezTo>
                    <a:pt x="1367266" y="2265171"/>
                    <a:pt x="1446813" y="2185624"/>
                    <a:pt x="1446813" y="2087498"/>
                  </a:cubicBezTo>
                  <a:lnTo>
                    <a:pt x="1446813" y="523958"/>
                  </a:lnTo>
                  <a:cubicBezTo>
                    <a:pt x="1446813" y="480251"/>
                    <a:pt x="1430703" y="438079"/>
                    <a:pt x="1401564" y="405503"/>
                  </a:cubicBezTo>
                  <a:lnTo>
                    <a:pt x="1091787" y="59214"/>
                  </a:lnTo>
                  <a:cubicBezTo>
                    <a:pt x="1058083" y="21536"/>
                    <a:pt x="1009923" y="0"/>
                    <a:pt x="959370" y="0"/>
                  </a:cubicBezTo>
                  <a:close/>
                </a:path>
              </a:pathLst>
            </a:custGeom>
            <a:blipFill>
              <a:blip r:embed="rId3">
                <a:alphaModFix amt="38000"/>
              </a:blip>
              <a:stretch>
                <a:fillRect l="-3853" t="0" r="-385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97361" y="5400405"/>
            <a:ext cx="2347158" cy="3330458"/>
            <a:chOff x="0" y="0"/>
            <a:chExt cx="618182" cy="8771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8182" cy="877158"/>
            </a:xfrm>
            <a:custGeom>
              <a:avLst/>
              <a:gdLst/>
              <a:ahLst/>
              <a:cxnLst/>
              <a:rect r="r" b="b" t="t" l="l"/>
              <a:pathLst>
                <a:path h="877158" w="618182">
                  <a:moveTo>
                    <a:pt x="89057" y="0"/>
                  </a:moveTo>
                  <a:lnTo>
                    <a:pt x="529124" y="0"/>
                  </a:lnTo>
                  <a:cubicBezTo>
                    <a:pt x="552744" y="0"/>
                    <a:pt x="575396" y="9383"/>
                    <a:pt x="592097" y="26084"/>
                  </a:cubicBezTo>
                  <a:cubicBezTo>
                    <a:pt x="608799" y="42786"/>
                    <a:pt x="618182" y="65438"/>
                    <a:pt x="618182" y="89057"/>
                  </a:cubicBezTo>
                  <a:lnTo>
                    <a:pt x="618182" y="788100"/>
                  </a:lnTo>
                  <a:cubicBezTo>
                    <a:pt x="618182" y="837285"/>
                    <a:pt x="578309" y="877158"/>
                    <a:pt x="529124" y="877158"/>
                  </a:cubicBezTo>
                  <a:lnTo>
                    <a:pt x="89057" y="877158"/>
                  </a:lnTo>
                  <a:cubicBezTo>
                    <a:pt x="39872" y="877158"/>
                    <a:pt x="0" y="837285"/>
                    <a:pt x="0" y="788100"/>
                  </a:cubicBezTo>
                  <a:lnTo>
                    <a:pt x="0" y="89057"/>
                  </a:lnTo>
                  <a:cubicBezTo>
                    <a:pt x="0" y="39872"/>
                    <a:pt x="39872" y="0"/>
                    <a:pt x="890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18182" cy="915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566472" y="5408633"/>
            <a:ext cx="2347158" cy="3322230"/>
            <a:chOff x="0" y="0"/>
            <a:chExt cx="618182" cy="8749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8182" cy="874990"/>
            </a:xfrm>
            <a:custGeom>
              <a:avLst/>
              <a:gdLst/>
              <a:ahLst/>
              <a:cxnLst/>
              <a:rect r="r" b="b" t="t" l="l"/>
              <a:pathLst>
                <a:path h="874990" w="618182">
                  <a:moveTo>
                    <a:pt x="89057" y="0"/>
                  </a:moveTo>
                  <a:lnTo>
                    <a:pt x="529124" y="0"/>
                  </a:lnTo>
                  <a:cubicBezTo>
                    <a:pt x="552744" y="0"/>
                    <a:pt x="575396" y="9383"/>
                    <a:pt x="592097" y="26084"/>
                  </a:cubicBezTo>
                  <a:cubicBezTo>
                    <a:pt x="608799" y="42786"/>
                    <a:pt x="618182" y="65438"/>
                    <a:pt x="618182" y="89057"/>
                  </a:cubicBezTo>
                  <a:lnTo>
                    <a:pt x="618182" y="785933"/>
                  </a:lnTo>
                  <a:cubicBezTo>
                    <a:pt x="618182" y="835118"/>
                    <a:pt x="578309" y="874990"/>
                    <a:pt x="529124" y="874990"/>
                  </a:cubicBezTo>
                  <a:lnTo>
                    <a:pt x="89057" y="874990"/>
                  </a:lnTo>
                  <a:cubicBezTo>
                    <a:pt x="39872" y="874990"/>
                    <a:pt x="0" y="835118"/>
                    <a:pt x="0" y="785933"/>
                  </a:cubicBezTo>
                  <a:lnTo>
                    <a:pt x="0" y="89057"/>
                  </a:lnTo>
                  <a:cubicBezTo>
                    <a:pt x="0" y="39872"/>
                    <a:pt x="39872" y="0"/>
                    <a:pt x="890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18182" cy="913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35584" y="5400405"/>
            <a:ext cx="2347158" cy="3330458"/>
            <a:chOff x="0" y="0"/>
            <a:chExt cx="618182" cy="8771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8182" cy="877158"/>
            </a:xfrm>
            <a:custGeom>
              <a:avLst/>
              <a:gdLst/>
              <a:ahLst/>
              <a:cxnLst/>
              <a:rect r="r" b="b" t="t" l="l"/>
              <a:pathLst>
                <a:path h="877158" w="618182">
                  <a:moveTo>
                    <a:pt x="89057" y="0"/>
                  </a:moveTo>
                  <a:lnTo>
                    <a:pt x="529124" y="0"/>
                  </a:lnTo>
                  <a:cubicBezTo>
                    <a:pt x="552744" y="0"/>
                    <a:pt x="575396" y="9383"/>
                    <a:pt x="592097" y="26084"/>
                  </a:cubicBezTo>
                  <a:cubicBezTo>
                    <a:pt x="608799" y="42786"/>
                    <a:pt x="618182" y="65438"/>
                    <a:pt x="618182" y="89057"/>
                  </a:cubicBezTo>
                  <a:lnTo>
                    <a:pt x="618182" y="788100"/>
                  </a:lnTo>
                  <a:cubicBezTo>
                    <a:pt x="618182" y="837285"/>
                    <a:pt x="578309" y="877158"/>
                    <a:pt x="529124" y="877158"/>
                  </a:cubicBezTo>
                  <a:lnTo>
                    <a:pt x="89057" y="877158"/>
                  </a:lnTo>
                  <a:cubicBezTo>
                    <a:pt x="39872" y="877158"/>
                    <a:pt x="0" y="837285"/>
                    <a:pt x="0" y="788100"/>
                  </a:cubicBezTo>
                  <a:lnTo>
                    <a:pt x="0" y="89057"/>
                  </a:lnTo>
                  <a:cubicBezTo>
                    <a:pt x="0" y="39872"/>
                    <a:pt x="39872" y="0"/>
                    <a:pt x="890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18182" cy="915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259888" y="5666032"/>
            <a:ext cx="992187" cy="1801000"/>
          </a:xfrm>
          <a:custGeom>
            <a:avLst/>
            <a:gdLst/>
            <a:ahLst/>
            <a:cxnLst/>
            <a:rect r="r" b="b" t="t" l="l"/>
            <a:pathLst>
              <a:path h="1801000" w="992187">
                <a:moveTo>
                  <a:pt x="0" y="0"/>
                </a:moveTo>
                <a:lnTo>
                  <a:pt x="992187" y="0"/>
                </a:lnTo>
                <a:lnTo>
                  <a:pt x="992187" y="1801000"/>
                </a:lnTo>
                <a:lnTo>
                  <a:pt x="0" y="18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894705" y="5848172"/>
            <a:ext cx="1582974" cy="1283648"/>
          </a:xfrm>
          <a:custGeom>
            <a:avLst/>
            <a:gdLst/>
            <a:ahLst/>
            <a:cxnLst/>
            <a:rect r="r" b="b" t="t" l="l"/>
            <a:pathLst>
              <a:path h="1283648" w="1582974">
                <a:moveTo>
                  <a:pt x="0" y="0"/>
                </a:moveTo>
                <a:lnTo>
                  <a:pt x="1582974" y="0"/>
                </a:lnTo>
                <a:lnTo>
                  <a:pt x="1582974" y="1283648"/>
                </a:lnTo>
                <a:lnTo>
                  <a:pt x="0" y="12836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494800" y="-168813"/>
            <a:ext cx="7672483" cy="9229024"/>
            <a:chOff x="0" y="0"/>
            <a:chExt cx="5277971" cy="63487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7797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277971">
                  <a:moveTo>
                    <a:pt x="4646459" y="6002020"/>
                  </a:moveTo>
                  <a:lnTo>
                    <a:pt x="0" y="6348730"/>
                  </a:lnTo>
                  <a:lnTo>
                    <a:pt x="0" y="3173730"/>
                  </a:lnTo>
                  <a:lnTo>
                    <a:pt x="739129" y="0"/>
                  </a:lnTo>
                  <a:lnTo>
                    <a:pt x="4599155" y="0"/>
                  </a:lnTo>
                  <a:lnTo>
                    <a:pt x="5277971" y="1376680"/>
                  </a:lnTo>
                  <a:close/>
                </a:path>
              </a:pathLst>
            </a:custGeom>
            <a:blipFill>
              <a:blip r:embed="rId8"/>
              <a:stretch>
                <a:fillRect l="-7956" t="0" r="-795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559017" y="5408633"/>
            <a:ext cx="2347158" cy="3322230"/>
            <a:chOff x="0" y="0"/>
            <a:chExt cx="618182" cy="8749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8182" cy="874990"/>
            </a:xfrm>
            <a:custGeom>
              <a:avLst/>
              <a:gdLst/>
              <a:ahLst/>
              <a:cxnLst/>
              <a:rect r="r" b="b" t="t" l="l"/>
              <a:pathLst>
                <a:path h="874990" w="618182">
                  <a:moveTo>
                    <a:pt x="89057" y="0"/>
                  </a:moveTo>
                  <a:lnTo>
                    <a:pt x="529124" y="0"/>
                  </a:lnTo>
                  <a:cubicBezTo>
                    <a:pt x="552744" y="0"/>
                    <a:pt x="575396" y="9383"/>
                    <a:pt x="592097" y="26084"/>
                  </a:cubicBezTo>
                  <a:cubicBezTo>
                    <a:pt x="608799" y="42786"/>
                    <a:pt x="618182" y="65438"/>
                    <a:pt x="618182" y="89057"/>
                  </a:cubicBezTo>
                  <a:lnTo>
                    <a:pt x="618182" y="785933"/>
                  </a:lnTo>
                  <a:cubicBezTo>
                    <a:pt x="618182" y="835118"/>
                    <a:pt x="578309" y="874990"/>
                    <a:pt x="529124" y="874990"/>
                  </a:cubicBezTo>
                  <a:lnTo>
                    <a:pt x="89057" y="874990"/>
                  </a:lnTo>
                  <a:cubicBezTo>
                    <a:pt x="39872" y="874990"/>
                    <a:pt x="0" y="835118"/>
                    <a:pt x="0" y="785933"/>
                  </a:cubicBezTo>
                  <a:lnTo>
                    <a:pt x="0" y="89057"/>
                  </a:lnTo>
                  <a:cubicBezTo>
                    <a:pt x="0" y="39872"/>
                    <a:pt x="39872" y="0"/>
                    <a:pt x="890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18182" cy="913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0" y="9319508"/>
            <a:ext cx="18288000" cy="999046"/>
            <a:chOff x="0" y="0"/>
            <a:chExt cx="312115200" cy="170503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2115200" cy="17050390"/>
            </a:xfrm>
            <a:custGeom>
              <a:avLst/>
              <a:gdLst/>
              <a:ahLst/>
              <a:cxnLst/>
              <a:rect r="r" b="b" t="t" l="l"/>
              <a:pathLst>
                <a:path h="17050390" w="312115200">
                  <a:moveTo>
                    <a:pt x="0" y="0"/>
                  </a:moveTo>
                  <a:lnTo>
                    <a:pt x="312115200" y="0"/>
                  </a:lnTo>
                  <a:lnTo>
                    <a:pt x="312115200" y="17050390"/>
                  </a:lnTo>
                  <a:lnTo>
                    <a:pt x="0" y="17050390"/>
                  </a:lnTo>
                  <a:close/>
                </a:path>
              </a:pathLst>
            </a:custGeom>
            <a:solidFill>
              <a:srgbClr val="9AA7B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19075"/>
              <a:ext cx="312115200" cy="17269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8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0" y="9319508"/>
            <a:ext cx="5252075" cy="954405"/>
            <a:chOff x="0" y="0"/>
            <a:chExt cx="1383263" cy="2513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83263" cy="251366"/>
            </a:xfrm>
            <a:custGeom>
              <a:avLst/>
              <a:gdLst/>
              <a:ahLst/>
              <a:cxnLst/>
              <a:rect r="r" b="b" t="t" l="l"/>
              <a:pathLst>
                <a:path h="251366" w="1383263">
                  <a:moveTo>
                    <a:pt x="1180063" y="0"/>
                  </a:moveTo>
                  <a:lnTo>
                    <a:pt x="0" y="0"/>
                  </a:lnTo>
                  <a:lnTo>
                    <a:pt x="0" y="251366"/>
                  </a:lnTo>
                  <a:lnTo>
                    <a:pt x="1180063" y="251366"/>
                  </a:lnTo>
                  <a:lnTo>
                    <a:pt x="1383263" y="125683"/>
                  </a:lnTo>
                  <a:lnTo>
                    <a:pt x="1180063" y="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268963" cy="318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2746147" y="9549626"/>
            <a:ext cx="587863" cy="587863"/>
          </a:xfrm>
          <a:custGeom>
            <a:avLst/>
            <a:gdLst/>
            <a:ahLst/>
            <a:cxnLst/>
            <a:rect r="r" b="b" t="t" l="l"/>
            <a:pathLst>
              <a:path h="587863" w="587863">
                <a:moveTo>
                  <a:pt x="0" y="0"/>
                </a:moveTo>
                <a:lnTo>
                  <a:pt x="587864" y="0"/>
                </a:lnTo>
                <a:lnTo>
                  <a:pt x="587864" y="587863"/>
                </a:lnTo>
                <a:lnTo>
                  <a:pt x="0" y="5878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78510" y="5736144"/>
            <a:ext cx="1384860" cy="1487642"/>
          </a:xfrm>
          <a:custGeom>
            <a:avLst/>
            <a:gdLst/>
            <a:ahLst/>
            <a:cxnLst/>
            <a:rect r="r" b="b" t="t" l="l"/>
            <a:pathLst>
              <a:path h="1487642" w="1384860">
                <a:moveTo>
                  <a:pt x="0" y="0"/>
                </a:moveTo>
                <a:lnTo>
                  <a:pt x="1384860" y="0"/>
                </a:lnTo>
                <a:lnTo>
                  <a:pt x="1384860" y="1487642"/>
                </a:lnTo>
                <a:lnTo>
                  <a:pt x="0" y="14876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936225" y="5848172"/>
            <a:ext cx="1592742" cy="1196005"/>
          </a:xfrm>
          <a:custGeom>
            <a:avLst/>
            <a:gdLst/>
            <a:ahLst/>
            <a:cxnLst/>
            <a:rect r="r" b="b" t="t" l="l"/>
            <a:pathLst>
              <a:path h="1196005" w="1592742">
                <a:moveTo>
                  <a:pt x="0" y="0"/>
                </a:moveTo>
                <a:lnTo>
                  <a:pt x="1592742" y="0"/>
                </a:lnTo>
                <a:lnTo>
                  <a:pt x="1592742" y="1196005"/>
                </a:lnTo>
                <a:lnTo>
                  <a:pt x="0" y="119600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97361" y="2088541"/>
            <a:ext cx="10480153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</a:t>
            </a: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food retail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catering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spoilage often goes undetected until it's too late, especially when relying on temperature alone, leading to </a:t>
            </a: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health risks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waste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lost trust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97361" y="3300794"/>
            <a:ext cx="10583115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introduce F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ood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Guard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— a non-inv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 devi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th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ses spoilage gases in real time, uses </a:t>
            </a: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machine learning to forecast expiry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triggers instant alerts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both on-device and on 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hboa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173947" y="136514"/>
            <a:ext cx="241587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Introducing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106842" y="477510"/>
            <a:ext cx="4835426" cy="151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  <a:spcBef>
                <a:spcPct val="0"/>
              </a:spcBef>
            </a:pPr>
            <a:r>
              <a:rPr lang="en-US" sz="89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FOODGUARD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23297" y="7833000"/>
            <a:ext cx="236215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 Detection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567310" y="7605670"/>
            <a:ext cx="2379018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emperature Monitoring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565454" y="7237660"/>
            <a:ext cx="2354550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ML based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Live Dashboard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97361" y="4603572"/>
            <a:ext cx="6875606" cy="1244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Capabilities of our device: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9727107" y="7237660"/>
            <a:ext cx="2010977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visual indication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044302" y="8780176"/>
            <a:ext cx="6573480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 project by Team Hypertronics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06204" y="9589558"/>
            <a:ext cx="55056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more information contact us!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37296" y="9320878"/>
            <a:ext cx="4352528" cy="816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LKR 8500 Only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482095" y="9589558"/>
            <a:ext cx="451494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5" tooltip="mailto:hypertronics619@gmail.com"/>
              </a:rPr>
              <a:t>hypertronics619@gmail.com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DAHP6g4f2pI</dc:identifier>
  <dcterms:modified xsi:type="dcterms:W3CDTF">2011-08-01T06:04:30Z</dcterms:modified>
  <cp:revision>1</cp:revision>
  <dc:title>Hypertronics_Project_Pitch</dc:title>
</cp:coreProperties>
</file>